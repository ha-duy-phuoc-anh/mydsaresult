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333333"/>
    <a:srgbClr val="37B2AF"/>
    <a:srgbClr val="A0E39F"/>
    <a:srgbClr val="F4FF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33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8B09-95E4-4A0F-B026-E0D6571A8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1C357-8928-4AFC-82AC-40EA9B2EA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73F77-D5D0-4FF9-BE36-A64285B7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8F944-497C-43D6-9BF9-5C65C8D1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C074A-A1FB-4DB1-943B-BF2F65EB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50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D0D6-802C-45F9-94D8-825A419CD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133B9-755F-48AF-BE3E-01D4F8FAB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F1F11-08E1-4EC4-A281-2B3A2792A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B8B10-3642-4ED5-8794-F022E490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3CA8-CEB5-43DD-995C-C2F66EC7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66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46F1-7CE9-4E5A-B687-7F29E6403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678E1-7247-47ED-979D-B84542110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94B17-62D4-451E-A6A1-50062048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FC9BA-A955-492A-A22D-3902E861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8B112-DF22-4612-AFD6-0A8C720C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16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F5A2-5493-453D-85D5-57A30988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2B87B-C09D-4683-9634-D7B15B1D5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60131-4925-435A-AC40-A64AC9322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EEF85-D25C-4B99-98CA-5EE019D8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B9A7B-339F-4AA0-A664-9674722C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E5CA2-CD0E-44CA-A016-C454D454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22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068F-D6B6-4DA2-9201-11ECEE53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25DAF-F321-4D44-94A1-8C68009A0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B8DB4-09D0-424B-A4F1-77C2362BD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80AD0-949D-4CB8-B77E-E4190EEB1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6339D-A200-4EE4-AE73-6A69C2F31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502DE-BB1B-4793-8182-FF52A07E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7ACDC-B6CA-45E7-97BA-0259B9A3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162FC9-D3CD-4F6F-B0F0-37173DAC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31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54F0-13DF-484C-BD36-A747579C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3B378-C914-436E-88C0-BED6CEC35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94CC5-7F9F-4EBA-8812-24A62ABB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23D00-66E9-4B47-9EA6-825695387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35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5FB7B0-3395-49B6-90C9-082F0842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689A8-F68C-4ABF-878E-C1FAA20A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663E8-8EB6-479B-836E-4C28A764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15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8B0E-1CA2-4BEB-A9FA-E9EDB6A3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C0393-0CB0-4A27-AD36-4337CD24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8DCEC-3462-4B68-8C61-35DE43FFE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9571D-4860-4848-94D1-558A14665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32E37-9FCA-4DB7-A816-AC4EFE3C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51641-D03D-4869-B0DD-56CE641F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23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4734-2DC3-4DEA-9574-2AD4AD43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A2B84-5CDC-44E5-8AF8-1F4EA388A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8327D-BF60-45C5-BF07-E8D05E1A4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CFB82-B33A-4D0C-A194-9B610A3E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8A942-91B1-4718-91B7-78141BEC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BE2F2-FA65-4C29-BE0A-928D83CD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63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7FDC-00FF-4AC2-8F73-30D15797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38920-17CB-413B-AD5D-D040DB26A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729E-F78B-4ACC-8BBE-7A7EECD0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D4B77-2878-4BF3-A456-FE27086A6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78752-F28C-4591-A6CB-8FD5B9E1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85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FDB42A-9EB7-44A4-BBD2-A126D777A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1220D-2022-42E2-AA5D-922401273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DF3D0-EF3F-4485-B360-4550D2F5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74EA7-C469-4D35-B497-1FE39688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DAF99-8E2F-4891-AE74-209FBE86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93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3141F-13E1-473B-A9B6-CBDE3EFB0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C1086-69FC-4069-B390-584A9A76D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4F946-8A80-454D-9775-71317A785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3F045-E185-4D21-BB6E-BED49868B37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3B977-A6E2-4B30-8339-44D95DD09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CAD54-985B-41F2-B554-86EEBCB42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24D44-8276-468F-BCFF-881A0700B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8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290E51-5AFF-46F4-ABEE-BCD7D8E8B4EE}"/>
              </a:ext>
            </a:extLst>
          </p:cNvPr>
          <p:cNvSpPr/>
          <p:nvPr/>
        </p:nvSpPr>
        <p:spPr>
          <a:xfrm>
            <a:off x="6021610" y="3390491"/>
            <a:ext cx="148778" cy="77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BC99A-5BE6-45F3-8F81-CDD06176606C}"/>
              </a:ext>
            </a:extLst>
          </p:cNvPr>
          <p:cNvSpPr txBox="1"/>
          <p:nvPr/>
        </p:nvSpPr>
        <p:spPr>
          <a:xfrm>
            <a:off x="3320239" y="9722096"/>
            <a:ext cx="5551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 err="1">
                <a:latin typeface="Candara" panose="020E0502030303020204" pitchFamily="34" charset="0"/>
              </a:rPr>
              <a:t>Danh</a:t>
            </a:r>
            <a:r>
              <a:rPr lang="en-US" sz="5400" b="1" dirty="0"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latin typeface="Candara" panose="020E0502030303020204" pitchFamily="34" charset="0"/>
              </a:rPr>
              <a:t>sách</a:t>
            </a:r>
            <a:r>
              <a:rPr lang="en-US" sz="5400" b="1" dirty="0"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latin typeface="Candara" panose="020E0502030303020204" pitchFamily="34" charset="0"/>
              </a:rPr>
              <a:t>liên</a:t>
            </a:r>
            <a:r>
              <a:rPr lang="en-US" sz="5400" b="1" dirty="0"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latin typeface="Candara" panose="020E0502030303020204" pitchFamily="34" charset="0"/>
              </a:rPr>
              <a:t>kết</a:t>
            </a:r>
            <a:endParaRPr lang="en-US" sz="5400" b="1" dirty="0">
              <a:latin typeface="Candara" panose="020E0502030303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C78A6-2ECC-4815-81D7-90A979629A85}"/>
              </a:ext>
            </a:extLst>
          </p:cNvPr>
          <p:cNvSpPr/>
          <p:nvPr/>
        </p:nvSpPr>
        <p:spPr>
          <a:xfrm>
            <a:off x="15089952" y="556591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2F0B51-BA18-4ED9-96AB-432C366305DC}"/>
              </a:ext>
            </a:extLst>
          </p:cNvPr>
          <p:cNvSpPr/>
          <p:nvPr/>
        </p:nvSpPr>
        <p:spPr>
          <a:xfrm>
            <a:off x="-6330693" y="5771321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73CC83-C6AC-4D36-99F4-D7FA9CD0CB0F}"/>
              </a:ext>
            </a:extLst>
          </p:cNvPr>
          <p:cNvCxnSpPr>
            <a:cxnSpLocks/>
          </p:cNvCxnSpPr>
          <p:nvPr/>
        </p:nvCxnSpPr>
        <p:spPr>
          <a:xfrm flipV="1">
            <a:off x="-5468729" y="-3360359"/>
            <a:ext cx="5468729" cy="1701801"/>
          </a:xfrm>
          <a:prstGeom prst="straightConnector1">
            <a:avLst/>
          </a:prstGeom>
          <a:ln w="177800">
            <a:solidFill>
              <a:srgbClr val="37B2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19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290E51-5AFF-46F4-ABEE-BCD7D8E8B4EE}"/>
              </a:ext>
            </a:extLst>
          </p:cNvPr>
          <p:cNvSpPr/>
          <p:nvPr/>
        </p:nvSpPr>
        <p:spPr>
          <a:xfrm>
            <a:off x="1033671" y="808383"/>
            <a:ext cx="10124656" cy="52412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BC99A-5BE6-45F3-8F81-CDD06176606C}"/>
              </a:ext>
            </a:extLst>
          </p:cNvPr>
          <p:cNvSpPr txBox="1"/>
          <p:nvPr/>
        </p:nvSpPr>
        <p:spPr>
          <a:xfrm>
            <a:off x="3320239" y="2967335"/>
            <a:ext cx="5551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 err="1">
                <a:latin typeface="Candara" panose="020E0502030303020204" pitchFamily="34" charset="0"/>
              </a:rPr>
              <a:t>Danh</a:t>
            </a:r>
            <a:r>
              <a:rPr lang="en-US" sz="5400" b="1" dirty="0"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latin typeface="Candara" panose="020E0502030303020204" pitchFamily="34" charset="0"/>
              </a:rPr>
              <a:t>sách</a:t>
            </a:r>
            <a:r>
              <a:rPr lang="en-US" sz="5400" b="1" dirty="0"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latin typeface="Candara" panose="020E0502030303020204" pitchFamily="34" charset="0"/>
              </a:rPr>
              <a:t>liên</a:t>
            </a:r>
            <a:r>
              <a:rPr lang="en-US" sz="5400" b="1" dirty="0"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latin typeface="Candara" panose="020E0502030303020204" pitchFamily="34" charset="0"/>
              </a:rPr>
              <a:t>kết</a:t>
            </a:r>
            <a:endParaRPr lang="en-US" sz="5400" b="1" dirty="0">
              <a:latin typeface="Candara" panose="020E0502030303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C78A6-2ECC-4815-81D7-90A979629A85}"/>
              </a:ext>
            </a:extLst>
          </p:cNvPr>
          <p:cNvSpPr/>
          <p:nvPr/>
        </p:nvSpPr>
        <p:spPr>
          <a:xfrm>
            <a:off x="8600661" y="556591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2F0B51-BA18-4ED9-96AB-432C366305DC}"/>
              </a:ext>
            </a:extLst>
          </p:cNvPr>
          <p:cNvSpPr/>
          <p:nvPr/>
        </p:nvSpPr>
        <p:spPr>
          <a:xfrm>
            <a:off x="424068" y="5771321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73CC83-C6AC-4D36-99F4-D7FA9CD0CB0F}"/>
              </a:ext>
            </a:extLst>
          </p:cNvPr>
          <p:cNvCxnSpPr>
            <a:cxnSpLocks/>
          </p:cNvCxnSpPr>
          <p:nvPr/>
        </p:nvCxnSpPr>
        <p:spPr>
          <a:xfrm flipV="1">
            <a:off x="1483614" y="1477112"/>
            <a:ext cx="5468729" cy="1701801"/>
          </a:xfrm>
          <a:prstGeom prst="straightConnector1">
            <a:avLst/>
          </a:prstGeom>
          <a:ln w="177800">
            <a:solidFill>
              <a:srgbClr val="37B2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377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290E51-5AFF-46F4-ABEE-BCD7D8E8B4EE}"/>
              </a:ext>
            </a:extLst>
          </p:cNvPr>
          <p:cNvSpPr/>
          <p:nvPr/>
        </p:nvSpPr>
        <p:spPr>
          <a:xfrm>
            <a:off x="1033671" y="1214829"/>
            <a:ext cx="10124656" cy="48347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BC99A-5BE6-45F3-8F81-CDD06176606C}"/>
              </a:ext>
            </a:extLst>
          </p:cNvPr>
          <p:cNvSpPr txBox="1"/>
          <p:nvPr/>
        </p:nvSpPr>
        <p:spPr>
          <a:xfrm>
            <a:off x="876947" y="346718"/>
            <a:ext cx="5551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Danh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sách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liên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kết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C78A6-2ECC-4815-81D7-90A979629A85}"/>
              </a:ext>
            </a:extLst>
          </p:cNvPr>
          <p:cNvSpPr/>
          <p:nvPr/>
        </p:nvSpPr>
        <p:spPr>
          <a:xfrm rot="16391126">
            <a:off x="9574692" y="4430854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2F0B51-BA18-4ED9-96AB-432C366305DC}"/>
              </a:ext>
            </a:extLst>
          </p:cNvPr>
          <p:cNvSpPr/>
          <p:nvPr/>
        </p:nvSpPr>
        <p:spPr>
          <a:xfrm rot="21237542">
            <a:off x="7996660" y="5840278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3CEA97-C4BD-4EC2-A785-69DFCDF986E9}"/>
              </a:ext>
            </a:extLst>
          </p:cNvPr>
          <p:cNvSpPr/>
          <p:nvPr/>
        </p:nvSpPr>
        <p:spPr>
          <a:xfrm>
            <a:off x="4051946" y="3272653"/>
            <a:ext cx="816429" cy="8164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6268572-E41E-4B37-9C5B-E507FE4809C2}"/>
              </a:ext>
            </a:extLst>
          </p:cNvPr>
          <p:cNvGrpSpPr/>
          <p:nvPr/>
        </p:nvGrpSpPr>
        <p:grpSpPr>
          <a:xfrm>
            <a:off x="2012688" y="3272654"/>
            <a:ext cx="2011625" cy="816429"/>
            <a:chOff x="2012688" y="3272654"/>
            <a:chExt cx="2011625" cy="81642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87366CF-023B-41DD-A332-B374BF8DB4AB}"/>
                </a:ext>
              </a:extLst>
            </p:cNvPr>
            <p:cNvSpPr/>
            <p:nvPr/>
          </p:nvSpPr>
          <p:spPr>
            <a:xfrm>
              <a:off x="2012688" y="3272654"/>
              <a:ext cx="816429" cy="81642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1D48C1A-1D2E-43C3-AFB2-801EE231825D}"/>
                </a:ext>
              </a:extLst>
            </p:cNvPr>
            <p:cNvCxnSpPr>
              <a:cxnSpLocks/>
            </p:cNvCxnSpPr>
            <p:nvPr/>
          </p:nvCxnSpPr>
          <p:spPr>
            <a:xfrm>
              <a:off x="2864644" y="3680868"/>
              <a:ext cx="1159669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CE0AAC-247A-4E16-9AB3-2F4BE342E9D2}"/>
              </a:ext>
            </a:extLst>
          </p:cNvPr>
          <p:cNvCxnSpPr>
            <a:cxnSpLocks/>
          </p:cNvCxnSpPr>
          <p:nvPr/>
        </p:nvCxnSpPr>
        <p:spPr>
          <a:xfrm>
            <a:off x="4902994" y="3680868"/>
            <a:ext cx="1152525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C417A2E-3012-4C8F-A49F-5E934F91EB5E}"/>
              </a:ext>
            </a:extLst>
          </p:cNvPr>
          <p:cNvSpPr/>
          <p:nvPr/>
        </p:nvSpPr>
        <p:spPr>
          <a:xfrm>
            <a:off x="6095999" y="3272653"/>
            <a:ext cx="816429" cy="8164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4AEFCE-9B6F-4727-A91B-8E9C7116687D}"/>
              </a:ext>
            </a:extLst>
          </p:cNvPr>
          <p:cNvCxnSpPr>
            <a:cxnSpLocks/>
          </p:cNvCxnSpPr>
          <p:nvPr/>
        </p:nvCxnSpPr>
        <p:spPr>
          <a:xfrm>
            <a:off x="6946106" y="3680869"/>
            <a:ext cx="1100138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B1FC80-416B-4016-B7D9-5C9D8D263FBE}"/>
              </a:ext>
            </a:extLst>
          </p:cNvPr>
          <p:cNvSpPr txBox="1"/>
          <p:nvPr/>
        </p:nvSpPr>
        <p:spPr>
          <a:xfrm>
            <a:off x="8089772" y="3419257"/>
            <a:ext cx="1582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latin typeface="Candara" panose="020E0502030303020204" pitchFamily="34" charset="0"/>
              </a:rPr>
              <a:t>Nullptr</a:t>
            </a:r>
            <a:endParaRPr lang="en-US" sz="2800" b="1" dirty="0">
              <a:latin typeface="Candara" panose="020E05020303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40FBC-E95B-4557-A0D5-6E82F66E8AFF}"/>
              </a:ext>
            </a:extLst>
          </p:cNvPr>
          <p:cNvSpPr txBox="1"/>
          <p:nvPr/>
        </p:nvSpPr>
        <p:spPr>
          <a:xfrm>
            <a:off x="4521199" y="2480491"/>
            <a:ext cx="314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latin typeface="Candara" panose="020E0502030303020204" pitchFamily="34" charset="0"/>
              </a:rPr>
              <a:t>Chuỗi</a:t>
            </a:r>
            <a:r>
              <a:rPr lang="en-US" sz="3600" b="1" dirty="0">
                <a:latin typeface="Candara" panose="020E0502030303020204" pitchFamily="34" charset="0"/>
              </a:rPr>
              <a:t> </a:t>
            </a:r>
            <a:r>
              <a:rPr lang="en-US" sz="3600" b="1" dirty="0" err="1">
                <a:latin typeface="Candara" panose="020E0502030303020204" pitchFamily="34" charset="0"/>
              </a:rPr>
              <a:t>các</a:t>
            </a:r>
            <a:r>
              <a:rPr lang="en-US" sz="3600" b="1" dirty="0">
                <a:latin typeface="Candara" panose="020E0502030303020204" pitchFamily="34" charset="0"/>
              </a:rPr>
              <a:t> </a:t>
            </a:r>
            <a:r>
              <a:rPr lang="en-US" sz="3600" b="1" dirty="0" err="1">
                <a:latin typeface="Candara" panose="020E0502030303020204" pitchFamily="34" charset="0"/>
              </a:rPr>
              <a:t>nút</a:t>
            </a:r>
            <a:endParaRPr lang="en-US" sz="36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578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290E51-5AFF-46F4-ABEE-BCD7D8E8B4EE}"/>
              </a:ext>
            </a:extLst>
          </p:cNvPr>
          <p:cNvSpPr/>
          <p:nvPr/>
        </p:nvSpPr>
        <p:spPr>
          <a:xfrm>
            <a:off x="1033671" y="1214829"/>
            <a:ext cx="10124656" cy="48347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BC99A-5BE6-45F3-8F81-CDD06176606C}"/>
              </a:ext>
            </a:extLst>
          </p:cNvPr>
          <p:cNvSpPr txBox="1"/>
          <p:nvPr/>
        </p:nvSpPr>
        <p:spPr>
          <a:xfrm>
            <a:off x="876947" y="-1615585"/>
            <a:ext cx="5551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Danh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sách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liên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kết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C78A6-2ECC-4815-81D7-90A979629A85}"/>
              </a:ext>
            </a:extLst>
          </p:cNvPr>
          <p:cNvSpPr/>
          <p:nvPr/>
        </p:nvSpPr>
        <p:spPr>
          <a:xfrm rot="16391126">
            <a:off x="9574692" y="4430854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2F0B51-BA18-4ED9-96AB-432C366305DC}"/>
              </a:ext>
            </a:extLst>
          </p:cNvPr>
          <p:cNvSpPr/>
          <p:nvPr/>
        </p:nvSpPr>
        <p:spPr>
          <a:xfrm rot="21237542">
            <a:off x="7996660" y="5840278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E6E1B6E-AE7E-4A11-94DD-6BD2B3ACE2C4}"/>
              </a:ext>
            </a:extLst>
          </p:cNvPr>
          <p:cNvGrpSpPr/>
          <p:nvPr/>
        </p:nvGrpSpPr>
        <p:grpSpPr>
          <a:xfrm>
            <a:off x="4991523" y="2953521"/>
            <a:ext cx="3314868" cy="1357403"/>
            <a:chOff x="4438565" y="2953521"/>
            <a:chExt cx="3314868" cy="135740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87366CF-023B-41DD-A332-B374BF8DB4AB}"/>
                </a:ext>
              </a:extLst>
            </p:cNvPr>
            <p:cNvSpPr/>
            <p:nvPr/>
          </p:nvSpPr>
          <p:spPr>
            <a:xfrm>
              <a:off x="4438565" y="2953521"/>
              <a:ext cx="1357403" cy="135740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1D48C1A-1D2E-43C3-AFB2-801EE231825D}"/>
                </a:ext>
              </a:extLst>
            </p:cNvPr>
            <p:cNvCxnSpPr>
              <a:cxnSpLocks/>
            </p:cNvCxnSpPr>
            <p:nvPr/>
          </p:nvCxnSpPr>
          <p:spPr>
            <a:xfrm>
              <a:off x="5866528" y="3632222"/>
              <a:ext cx="1886905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D940FBC-E95B-4557-A0D5-6E82F66E8AFF}"/>
              </a:ext>
            </a:extLst>
          </p:cNvPr>
          <p:cNvSpPr txBox="1"/>
          <p:nvPr/>
        </p:nvSpPr>
        <p:spPr>
          <a:xfrm>
            <a:off x="902346" y="568498"/>
            <a:ext cx="314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Candara" panose="020E0502030303020204" pitchFamily="34" charset="0"/>
              </a:rPr>
              <a:t>Chuỗi</a:t>
            </a:r>
            <a:r>
              <a:rPr lang="en-US" sz="3600" b="1" dirty="0">
                <a:latin typeface="Candara" panose="020E0502030303020204" pitchFamily="34" charset="0"/>
              </a:rPr>
              <a:t> </a:t>
            </a:r>
            <a:r>
              <a:rPr lang="en-US" sz="3600" b="1" dirty="0" err="1">
                <a:latin typeface="Candara" panose="020E0502030303020204" pitchFamily="34" charset="0"/>
              </a:rPr>
              <a:t>các</a:t>
            </a:r>
            <a:r>
              <a:rPr lang="en-US" sz="3600" b="1" dirty="0">
                <a:latin typeface="Candara" panose="020E0502030303020204" pitchFamily="34" charset="0"/>
              </a:rPr>
              <a:t> </a:t>
            </a:r>
            <a:r>
              <a:rPr lang="en-US" sz="3600" b="1" dirty="0" err="1">
                <a:latin typeface="Candara" panose="020E0502030303020204" pitchFamily="34" charset="0"/>
              </a:rPr>
              <a:t>nút</a:t>
            </a:r>
            <a:endParaRPr lang="en-US" sz="3600" b="1" dirty="0">
              <a:latin typeface="Candara" panose="020E0502030303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06EC41-9C09-41B2-A6EA-BCB1BD0786C0}"/>
              </a:ext>
            </a:extLst>
          </p:cNvPr>
          <p:cNvCxnSpPr>
            <a:cxnSpLocks/>
          </p:cNvCxnSpPr>
          <p:nvPr/>
        </p:nvCxnSpPr>
        <p:spPr>
          <a:xfrm flipH="1" flipV="1">
            <a:off x="3829559" y="2768600"/>
            <a:ext cx="1161964" cy="469900"/>
          </a:xfrm>
          <a:prstGeom prst="straightConnector1">
            <a:avLst/>
          </a:prstGeom>
          <a:ln w="38100">
            <a:solidFill>
              <a:srgbClr val="EE85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4A5C22A-5F5C-4B3D-B90A-1F212E202A00}"/>
              </a:ext>
            </a:extLst>
          </p:cNvPr>
          <p:cNvSpPr txBox="1"/>
          <p:nvPr/>
        </p:nvSpPr>
        <p:spPr>
          <a:xfrm>
            <a:off x="2493623" y="2475582"/>
            <a:ext cx="1335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Dữ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liệu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A256A8-BAFA-4935-A3A7-BFE1F2C5C0F5}"/>
              </a:ext>
            </a:extLst>
          </p:cNvPr>
          <p:cNvCxnSpPr/>
          <p:nvPr/>
        </p:nvCxnSpPr>
        <p:spPr>
          <a:xfrm>
            <a:off x="7207758" y="3746500"/>
            <a:ext cx="647700" cy="1193800"/>
          </a:xfrm>
          <a:prstGeom prst="straightConnector1">
            <a:avLst/>
          </a:prstGeom>
          <a:ln w="38100">
            <a:solidFill>
              <a:srgbClr val="EE85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915C24E-AFBD-4528-A479-925FAB724026}"/>
              </a:ext>
            </a:extLst>
          </p:cNvPr>
          <p:cNvSpPr txBox="1"/>
          <p:nvPr/>
        </p:nvSpPr>
        <p:spPr>
          <a:xfrm>
            <a:off x="6585458" y="4967276"/>
            <a:ext cx="25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 </a:t>
            </a:r>
            <a:r>
              <a:rPr lang="en-US" sz="2000" dirty="0" err="1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trỏ</a:t>
            </a:r>
            <a:r>
              <a:rPr lang="en-US" sz="2000" dirty="0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đến</a:t>
            </a:r>
            <a:r>
              <a:rPr lang="en-US" sz="2000" dirty="0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nút</a:t>
            </a:r>
            <a:r>
              <a:rPr lang="en-US" sz="2000" dirty="0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tiếp</a:t>
            </a:r>
            <a:r>
              <a:rPr lang="en-US" sz="2000" dirty="0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theo</a:t>
            </a:r>
            <a:endParaRPr lang="en-US" sz="2000" dirty="0">
              <a:solidFill>
                <a:srgbClr val="333333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DDB1E20-7FA5-4AA2-A443-0C87A8346AF1}"/>
              </a:ext>
            </a:extLst>
          </p:cNvPr>
          <p:cNvSpPr/>
          <p:nvPr/>
        </p:nvSpPr>
        <p:spPr>
          <a:xfrm>
            <a:off x="14299750" y="3272653"/>
            <a:ext cx="816429" cy="8164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731273-E8B3-4E33-B7AD-93C6FDE26373}"/>
              </a:ext>
            </a:extLst>
          </p:cNvPr>
          <p:cNvCxnSpPr>
            <a:cxnSpLocks/>
          </p:cNvCxnSpPr>
          <p:nvPr/>
        </p:nvCxnSpPr>
        <p:spPr>
          <a:xfrm>
            <a:off x="15150798" y="3680868"/>
            <a:ext cx="1152525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7823A15-59F4-4CA5-981B-E490684035C4}"/>
              </a:ext>
            </a:extLst>
          </p:cNvPr>
          <p:cNvSpPr/>
          <p:nvPr/>
        </p:nvSpPr>
        <p:spPr>
          <a:xfrm>
            <a:off x="16343803" y="3272653"/>
            <a:ext cx="816429" cy="8164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2AC9E0-623D-4363-B6ED-10C9E815E5E4}"/>
              </a:ext>
            </a:extLst>
          </p:cNvPr>
          <p:cNvCxnSpPr>
            <a:cxnSpLocks/>
          </p:cNvCxnSpPr>
          <p:nvPr/>
        </p:nvCxnSpPr>
        <p:spPr>
          <a:xfrm>
            <a:off x="17193910" y="3680869"/>
            <a:ext cx="1100138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BD94BEB-6B0A-4235-9602-E51F16F20ABD}"/>
              </a:ext>
            </a:extLst>
          </p:cNvPr>
          <p:cNvSpPr txBox="1"/>
          <p:nvPr/>
        </p:nvSpPr>
        <p:spPr>
          <a:xfrm>
            <a:off x="18337576" y="3419257"/>
            <a:ext cx="1582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latin typeface="Candara" panose="020E0502030303020204" pitchFamily="34" charset="0"/>
              </a:rPr>
              <a:t>Nullptr</a:t>
            </a:r>
            <a:endParaRPr lang="en-US" sz="28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081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290E51-5AFF-46F4-ABEE-BCD7D8E8B4EE}"/>
              </a:ext>
            </a:extLst>
          </p:cNvPr>
          <p:cNvSpPr/>
          <p:nvPr/>
        </p:nvSpPr>
        <p:spPr>
          <a:xfrm>
            <a:off x="1033671" y="1214829"/>
            <a:ext cx="10124656" cy="48347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BC99A-5BE6-45F3-8F81-CDD06176606C}"/>
              </a:ext>
            </a:extLst>
          </p:cNvPr>
          <p:cNvSpPr txBox="1"/>
          <p:nvPr/>
        </p:nvSpPr>
        <p:spPr>
          <a:xfrm>
            <a:off x="876947" y="-3006082"/>
            <a:ext cx="5551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Danh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sách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liên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kết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C78A6-2ECC-4815-81D7-90A979629A85}"/>
              </a:ext>
            </a:extLst>
          </p:cNvPr>
          <p:cNvSpPr/>
          <p:nvPr/>
        </p:nvSpPr>
        <p:spPr>
          <a:xfrm rot="16391126">
            <a:off x="9574692" y="4430854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2F0B51-BA18-4ED9-96AB-432C366305DC}"/>
              </a:ext>
            </a:extLst>
          </p:cNvPr>
          <p:cNvSpPr/>
          <p:nvPr/>
        </p:nvSpPr>
        <p:spPr>
          <a:xfrm rot="21237542">
            <a:off x="7996660" y="5840278"/>
            <a:ext cx="3167269" cy="556592"/>
          </a:xfrm>
          <a:prstGeom prst="roundRect">
            <a:avLst/>
          </a:prstGeom>
          <a:solidFill>
            <a:srgbClr val="A0E39F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3CEA97-C4BD-4EC2-A785-69DFCDF986E9}"/>
              </a:ext>
            </a:extLst>
          </p:cNvPr>
          <p:cNvSpPr/>
          <p:nvPr/>
        </p:nvSpPr>
        <p:spPr>
          <a:xfrm>
            <a:off x="4051946" y="3272653"/>
            <a:ext cx="816429" cy="8164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6268572-E41E-4B37-9C5B-E507FE4809C2}"/>
              </a:ext>
            </a:extLst>
          </p:cNvPr>
          <p:cNvGrpSpPr/>
          <p:nvPr/>
        </p:nvGrpSpPr>
        <p:grpSpPr>
          <a:xfrm>
            <a:off x="2012688" y="3272654"/>
            <a:ext cx="2011625" cy="816429"/>
            <a:chOff x="2012688" y="3272654"/>
            <a:chExt cx="2011625" cy="81642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87366CF-023B-41DD-A332-B374BF8DB4AB}"/>
                </a:ext>
              </a:extLst>
            </p:cNvPr>
            <p:cNvSpPr/>
            <p:nvPr/>
          </p:nvSpPr>
          <p:spPr>
            <a:xfrm>
              <a:off x="2012688" y="3272654"/>
              <a:ext cx="816429" cy="81642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1D48C1A-1D2E-43C3-AFB2-801EE231825D}"/>
                </a:ext>
              </a:extLst>
            </p:cNvPr>
            <p:cNvCxnSpPr>
              <a:cxnSpLocks/>
            </p:cNvCxnSpPr>
            <p:nvPr/>
          </p:nvCxnSpPr>
          <p:spPr>
            <a:xfrm>
              <a:off x="2864644" y="3680868"/>
              <a:ext cx="1159669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CE0AAC-247A-4E16-9AB3-2F4BE342E9D2}"/>
              </a:ext>
            </a:extLst>
          </p:cNvPr>
          <p:cNvCxnSpPr>
            <a:cxnSpLocks/>
          </p:cNvCxnSpPr>
          <p:nvPr/>
        </p:nvCxnSpPr>
        <p:spPr>
          <a:xfrm>
            <a:off x="4902994" y="3680868"/>
            <a:ext cx="1152525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C417A2E-3012-4C8F-A49F-5E934F91EB5E}"/>
              </a:ext>
            </a:extLst>
          </p:cNvPr>
          <p:cNvSpPr/>
          <p:nvPr/>
        </p:nvSpPr>
        <p:spPr>
          <a:xfrm>
            <a:off x="6095999" y="3272653"/>
            <a:ext cx="816429" cy="8164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4AEFCE-9B6F-4727-A91B-8E9C7116687D}"/>
              </a:ext>
            </a:extLst>
          </p:cNvPr>
          <p:cNvCxnSpPr>
            <a:cxnSpLocks/>
          </p:cNvCxnSpPr>
          <p:nvPr/>
        </p:nvCxnSpPr>
        <p:spPr>
          <a:xfrm>
            <a:off x="6946106" y="3680869"/>
            <a:ext cx="1100138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B1FC80-416B-4016-B7D9-5C9D8D263FBE}"/>
              </a:ext>
            </a:extLst>
          </p:cNvPr>
          <p:cNvSpPr txBox="1"/>
          <p:nvPr/>
        </p:nvSpPr>
        <p:spPr>
          <a:xfrm>
            <a:off x="8089772" y="3419257"/>
            <a:ext cx="1582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latin typeface="Candara" panose="020E0502030303020204" pitchFamily="34" charset="0"/>
              </a:rPr>
              <a:t>Nullptr</a:t>
            </a:r>
            <a:endParaRPr lang="en-US" sz="2800" b="1" dirty="0">
              <a:latin typeface="Candara" panose="020E05020303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7727F-6023-47B6-8FCE-B29A99C5FE28}"/>
              </a:ext>
            </a:extLst>
          </p:cNvPr>
          <p:cNvSpPr txBox="1"/>
          <p:nvPr/>
        </p:nvSpPr>
        <p:spPr>
          <a:xfrm>
            <a:off x="902346" y="580739"/>
            <a:ext cx="314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Candara" panose="020E0502030303020204" pitchFamily="34" charset="0"/>
              </a:rPr>
              <a:t>Chuỗi</a:t>
            </a:r>
            <a:r>
              <a:rPr lang="en-US" sz="3600" b="1" dirty="0">
                <a:latin typeface="Candara" panose="020E0502030303020204" pitchFamily="34" charset="0"/>
              </a:rPr>
              <a:t> </a:t>
            </a:r>
            <a:r>
              <a:rPr lang="en-US" sz="3600" b="1" dirty="0" err="1">
                <a:latin typeface="Candara" panose="020E0502030303020204" pitchFamily="34" charset="0"/>
              </a:rPr>
              <a:t>các</a:t>
            </a:r>
            <a:r>
              <a:rPr lang="en-US" sz="3600" b="1" dirty="0">
                <a:latin typeface="Candara" panose="020E0502030303020204" pitchFamily="34" charset="0"/>
              </a:rPr>
              <a:t> </a:t>
            </a:r>
            <a:r>
              <a:rPr lang="en-US" sz="3600" b="1" dirty="0" err="1">
                <a:latin typeface="Candara" panose="020E0502030303020204" pitchFamily="34" charset="0"/>
              </a:rPr>
              <a:t>nút</a:t>
            </a:r>
            <a:endParaRPr lang="en-US" sz="3600" b="1" dirty="0">
              <a:latin typeface="Candara" panose="020E05020303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F89F2-78BC-4216-B420-575EF5E781E3}"/>
              </a:ext>
            </a:extLst>
          </p:cNvPr>
          <p:cNvSpPr txBox="1"/>
          <p:nvPr/>
        </p:nvSpPr>
        <p:spPr>
          <a:xfrm>
            <a:off x="902346" y="580739"/>
            <a:ext cx="314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Candara" panose="020E0502030303020204" pitchFamily="34" charset="0"/>
              </a:rPr>
              <a:t>Thuật</a:t>
            </a:r>
            <a:r>
              <a:rPr lang="en-US" sz="3600" b="1" dirty="0">
                <a:latin typeface="Candara" panose="020E0502030303020204" pitchFamily="34" charset="0"/>
              </a:rPr>
              <a:t> </a:t>
            </a:r>
            <a:r>
              <a:rPr lang="en-US" sz="3600" b="1" dirty="0" err="1">
                <a:latin typeface="Candara" panose="020E0502030303020204" pitchFamily="34" charset="0"/>
              </a:rPr>
              <a:t>ngữ</a:t>
            </a:r>
            <a:endParaRPr lang="en-US" sz="36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17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96296E-6 L 0.48269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2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269 -2.96296E-6 L 5E-6 -2.96296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41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7" grpId="0"/>
      <p:bldP spid="1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730FB6-F262-44A0-AA83-4A2F86D39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35" y="2166760"/>
            <a:ext cx="2524477" cy="2524477"/>
          </a:xfrm>
          <a:prstGeom prst="rect">
            <a:avLst/>
          </a:prstGeom>
          <a:ln>
            <a:solidFill>
              <a:srgbClr val="A0E39F"/>
            </a:solidFill>
          </a:ln>
        </p:spPr>
      </p:pic>
    </p:spTree>
    <p:extLst>
      <p:ext uri="{BB962C8B-B14F-4D97-AF65-F5344CB8AC3E}">
        <p14:creationId xmlns:p14="http://schemas.microsoft.com/office/powerpoint/2010/main" val="3006431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51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Candara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Phước Anh Hà Duy</dc:creator>
  <cp:lastModifiedBy>Phước Anh Hà Duy</cp:lastModifiedBy>
  <cp:revision>9</cp:revision>
  <dcterms:created xsi:type="dcterms:W3CDTF">2025-09-10T13:17:46Z</dcterms:created>
  <dcterms:modified xsi:type="dcterms:W3CDTF">2025-09-11T06:35:15Z</dcterms:modified>
</cp:coreProperties>
</file>